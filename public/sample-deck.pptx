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A73E8"/>
                </a:solidFill>
              </a:rPr>
              <a:t>JPEIGO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F6368"/>
                </a:solidFill>
              </a:rPr>
              <a:t>Sample deck for trying the translator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2124"/>
                </a:solidFill>
              </a:rPr>
              <a:t>Why teams choose JPEIGO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600">
                <a:solidFill>
                  <a:srgbClr val="202124"/>
                </a:solidFill>
              </a:rPr>
              <a:t>•  Formatting stays exactly as designed</a:t>
            </a:r>
          </a:p>
          <a:p>
            <a:pPr>
              <a:spcAft>
                <a:spcPts val="1800"/>
              </a:spcAft>
            </a:pPr>
            <a:r>
              <a:rPr sz="2600">
                <a:solidFill>
                  <a:srgbClr val="202124"/>
                </a:solidFill>
              </a:rPr>
              <a:t>•  Tables, charts and text boxes preserved</a:t>
            </a:r>
          </a:p>
          <a:p>
            <a:pPr>
              <a:spcAft>
                <a:spcPts val="1800"/>
              </a:spcAft>
            </a:pPr>
            <a:r>
              <a:rPr sz="2600">
                <a:solidFill>
                  <a:srgbClr val="202124"/>
                </a:solidFill>
              </a:rPr>
              <a:t>•  Fast AI translation with review controls</a:t>
            </a:r>
          </a:p>
          <a:p>
            <a:pPr>
              <a:spcAft>
                <a:spcPts val="1800"/>
              </a:spcAft>
            </a:pPr>
            <a:r>
              <a:rPr sz="2600">
                <a:solidFill>
                  <a:srgbClr val="202124"/>
                </a:solidFill>
              </a:rPr>
              <a:t>•  Download ready-to-present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2124"/>
                </a:solidFill>
              </a:rPr>
              <a:t>Quarterly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1031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8001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Growth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2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+8%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20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+25%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20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+20%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